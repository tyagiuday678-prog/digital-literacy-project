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58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9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80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5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75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74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4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58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1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2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86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691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33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904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960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042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9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Literacy Awareness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Uday Tyagi</a:t>
            </a:r>
          </a:p>
          <a:p>
            <a:r>
              <a:t>25BCG10015</a:t>
            </a:r>
          </a:p>
          <a:p>
            <a:r>
              <a:t>B.Tech CSE (Gaming Technology)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Digital Literacy?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Ability to use digital tools effectively</a:t>
            </a:r>
          </a:p>
          <a:p>
            <a:r>
              <a:t>• Understanding online systems</a:t>
            </a:r>
          </a:p>
          <a:p>
            <a:r>
              <a:t>• Critical thinking in digital world</a:t>
            </a:r>
          </a:p>
          <a:p>
            <a:r>
              <a:t>• Essential for modern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Digital Literacy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Required for academics</a:t>
            </a:r>
          </a:p>
          <a:p>
            <a:r>
              <a:t>• Helps in career growth</a:t>
            </a:r>
          </a:p>
          <a:p>
            <a:r>
              <a:t>• Enables online learning</a:t>
            </a:r>
          </a:p>
          <a:p>
            <a:r>
              <a:t>• Improves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Digital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Information literacy</a:t>
            </a:r>
          </a:p>
          <a:p>
            <a:r>
              <a:t>• Communication skills</a:t>
            </a:r>
          </a:p>
          <a:p>
            <a:r>
              <a:t>• Technical skills</a:t>
            </a:r>
          </a:p>
          <a:p>
            <a:r>
              <a:t>• Cyber safety awareness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Internet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strong passwords</a:t>
            </a:r>
          </a:p>
          <a:p>
            <a:r>
              <a:t>• Avoid suspicious links</a:t>
            </a:r>
          </a:p>
          <a:p>
            <a:r>
              <a:t>• Enable 2FA</a:t>
            </a:r>
          </a:p>
          <a:p>
            <a:r>
              <a:t>• Keep software updated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Phishing attacks</a:t>
            </a:r>
          </a:p>
          <a:p>
            <a:r>
              <a:t>• Malware &amp; viruses</a:t>
            </a:r>
          </a:p>
          <a:p>
            <a:r>
              <a:t>• Identity theft</a:t>
            </a:r>
          </a:p>
          <a:p>
            <a:r>
              <a:t>• Online scams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Online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 LinkedIn profile</a:t>
            </a:r>
          </a:p>
          <a:p>
            <a:r>
              <a:t>• Build GitHub portfolio</a:t>
            </a:r>
          </a:p>
          <a:p>
            <a:r>
              <a:t>• Use professional language</a:t>
            </a:r>
          </a:p>
          <a:p>
            <a:r>
              <a:t>• Avoid negative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Digital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GitHub – coding</a:t>
            </a:r>
          </a:p>
          <a:p>
            <a:r>
              <a:t>• Google Docs – collaboration</a:t>
            </a:r>
          </a:p>
          <a:p>
            <a:r>
              <a:t>• Canva – designing</a:t>
            </a:r>
          </a:p>
          <a:p>
            <a:r>
              <a:t>• Zoom –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Etiquette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subject line</a:t>
            </a:r>
          </a:p>
          <a:p>
            <a:r>
              <a:t>• Proper greeting</a:t>
            </a:r>
          </a:p>
          <a:p>
            <a:r>
              <a:t>• Short &amp; clear message</a:t>
            </a:r>
          </a:p>
          <a:p>
            <a:r>
              <a:t>• Professional closing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literacy is essential skill</a:t>
            </a:r>
          </a:p>
          <a:p>
            <a:r>
              <a:t>• Stay safe online</a:t>
            </a:r>
          </a:p>
          <a:p>
            <a:r>
              <a:t>• Build strong digital identity</a:t>
            </a:r>
          </a:p>
          <a:p>
            <a:r>
              <a:t>• Keep learning new tools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188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Digital Literacy Awareness</vt:lpstr>
      <vt:lpstr>What is Digital Literacy?</vt:lpstr>
      <vt:lpstr>Importance of Digital Literacy</vt:lpstr>
      <vt:lpstr>Types of Digital Skills</vt:lpstr>
      <vt:lpstr>Safe Internet Practices</vt:lpstr>
      <vt:lpstr>Cyber Threats</vt:lpstr>
      <vt:lpstr>Professional Online Presence</vt:lpstr>
      <vt:lpstr>Useful Digital Tools</vt:lpstr>
      <vt:lpstr>Email Etiquette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Uday</dc:creator>
  <cp:keywords/>
  <dc:description>generated using python-pptx</dc:description>
  <cp:lastModifiedBy>tyagiuday678@gmail.com</cp:lastModifiedBy>
  <cp:revision>2</cp:revision>
  <dcterms:created xsi:type="dcterms:W3CDTF">2013-01-27T09:14:16Z</dcterms:created>
  <dcterms:modified xsi:type="dcterms:W3CDTF">2026-03-28T07:26:00Z</dcterms:modified>
  <cp:category/>
</cp:coreProperties>
</file>